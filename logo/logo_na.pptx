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9944"/>
    <a:srgbClr val="8B549C"/>
    <a:srgbClr val="CC3A2E"/>
    <a:srgbClr val="4C65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58"/>
    <p:restoredTop sz="96327"/>
  </p:normalViewPr>
  <p:slideViewPr>
    <p:cSldViewPr snapToGrid="0" showGuides="1">
      <p:cViewPr>
        <p:scale>
          <a:sx n="131" d="100"/>
          <a:sy n="131" d="100"/>
        </p:scale>
        <p:origin x="168" y="5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C75CCE-84F0-F34F-B53F-E4AD5365A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4C4CB77-1F0C-B067-6B2E-101A05838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7DEEDA-4753-1F55-F56B-2F942D494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ACC3F-2DA4-F346-A612-626B14125718}" type="datetimeFigureOut">
              <a:rPr kumimoji="1" lang="ja-JP" altLang="en-US" smtClean="0"/>
              <a:t>2023/8/8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0C6785-C2B6-0FA8-AFCB-F534D2778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1F6FEF-C95E-E795-5863-233A7C21A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15E0E-C7C5-004F-B26D-0DABD422A0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3105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F9A307-4380-317C-293B-7C5E13FF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C3B1BC-BE12-7E33-33B1-597AFC7A2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DAC098-8A79-5BAD-2000-EAAEA15E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ACC3F-2DA4-F346-A612-626B14125718}" type="datetimeFigureOut">
              <a:rPr kumimoji="1" lang="ja-JP" altLang="en-US" smtClean="0"/>
              <a:t>2023/8/8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ADDCF8-9330-A8A9-7E64-0F3B88435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41B8901-C89C-8EB1-6F60-5994C97A8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15E0E-C7C5-004F-B26D-0DABD422A0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115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0CEF43-2D71-F561-96D9-70164F6CC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0DCA5FA-5264-CD6E-F14F-98DB50734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9FFF35-3396-70A2-E030-28E7B2049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ACC3F-2DA4-F346-A612-626B14125718}" type="datetimeFigureOut">
              <a:rPr kumimoji="1" lang="ja-JP" altLang="en-US" smtClean="0"/>
              <a:t>2023/8/8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D93172-0827-731D-EEC9-F09BADB0C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E12883-AB38-12E6-48AF-57A84368A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15E0E-C7C5-004F-B26D-0DABD422A0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8471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327AB4-EAB9-9F8E-6487-EBFA362C9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151135-DB4A-0123-64B5-665B967740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8BF40DF-95E5-4AFD-FB39-EA2A5370DC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CAC416-8AAB-FE4F-B8A2-BE3F7DA4B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ACC3F-2DA4-F346-A612-626B14125718}" type="datetimeFigureOut">
              <a:rPr kumimoji="1" lang="ja-JP" altLang="en-US" smtClean="0"/>
              <a:t>2023/8/8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CF7450-E7BB-F006-41EA-FA1197CDB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E137182-BA87-9CA6-82C8-7A43FCAC4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15E0E-C7C5-004F-B26D-0DABD422A0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7639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50230C-E16E-BDA4-BC38-67D741605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478C239-0726-4F2E-6614-91EA45476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77D9063-62C5-A594-0BFF-BC156523E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564991F-1DA1-1F40-5CF7-659C4482B4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68FA975-44CB-D76E-BE4D-4BC91B6AF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E336CEC-86B7-AA71-2794-31F17CE67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ACC3F-2DA4-F346-A612-626B14125718}" type="datetimeFigureOut">
              <a:rPr kumimoji="1" lang="ja-JP" altLang="en-US" smtClean="0"/>
              <a:t>2023/8/8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6301F96-9029-0DE4-4FAF-43FC1EC20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CC9D62C-329F-2213-A199-115876632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15E0E-C7C5-004F-B26D-0DABD422A0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5877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9FC789-EA72-0F2A-F968-DDD35EFD9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8AB6582-AB56-4623-BEE1-A5478D5D1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ACC3F-2DA4-F346-A612-626B14125718}" type="datetimeFigureOut">
              <a:rPr kumimoji="1" lang="ja-JP" altLang="en-US" smtClean="0"/>
              <a:t>2023/8/8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E977F17-D9A9-CF87-EF83-330C7FAC3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B17E7BC-2504-DAD5-C68F-0118646F0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15E0E-C7C5-004F-B26D-0DABD422A0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6011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69309DB-E578-33E3-33DC-16D1AFF73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ACC3F-2DA4-F346-A612-626B14125718}" type="datetimeFigureOut">
              <a:rPr kumimoji="1" lang="ja-JP" altLang="en-US" smtClean="0"/>
              <a:t>2023/8/8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D3B0671-EE26-2139-59C7-C410DF401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DD1D336-194A-24A6-1009-CCD3B4A9B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15E0E-C7C5-004F-B26D-0DABD422A0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6206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B7BC46-DB03-1329-35C9-E9AB8B1C3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9FC0407-2312-D1AE-A30C-C4B2835D8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F3B1843-A06B-2AF3-C5A4-B924706E11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DEB4A6C-DF97-D1F7-1BBC-EA14872E9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ACC3F-2DA4-F346-A612-626B14125718}" type="datetimeFigureOut">
              <a:rPr kumimoji="1" lang="ja-JP" altLang="en-US" smtClean="0"/>
              <a:t>2023/8/8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A4A239D-03F8-4CB9-094A-0519BCF83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2081E72-37C5-9ED3-AD5D-7356ADD7C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15E0E-C7C5-004F-B26D-0DABD422A0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0804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622ECD-87EF-96C4-A14F-7A624B6C3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467E6D2-D53A-1E1C-A4C4-CC6653B544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14157FB-7EB8-A168-695F-FB7A28070F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F65A1D7-A226-44E5-D3EC-637CDF673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ACC3F-2DA4-F346-A612-626B14125718}" type="datetimeFigureOut">
              <a:rPr kumimoji="1" lang="ja-JP" altLang="en-US" smtClean="0"/>
              <a:t>2023/8/8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AD17138-377A-7778-788F-0E3673D4E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E4AD289-6A42-85A8-9749-F5E317FE7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15E0E-C7C5-004F-B26D-0DABD422A0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4339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373A9-7542-493C-64E6-E12A8A36B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763FB9C-841B-3394-DFE7-94201E9E12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59BA4E-480C-8B69-124C-E8F632A98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ACC3F-2DA4-F346-A612-626B14125718}" type="datetimeFigureOut">
              <a:rPr kumimoji="1" lang="ja-JP" altLang="en-US" smtClean="0"/>
              <a:t>2023/8/8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679C0E-CCC5-1169-66C4-42A7B2A83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383B1E-3B46-703A-37A7-3FF583C0D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15E0E-C7C5-004F-B26D-0DABD422A0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0102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F5577DE-38C7-5889-9CE0-DBB3D3E86D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B424672-49EE-977E-5612-04D05EE74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3D6443-CAE2-F0EF-93D4-53349EC0F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ACC3F-2DA4-F346-A612-626B14125718}" type="datetimeFigureOut">
              <a:rPr kumimoji="1" lang="ja-JP" altLang="en-US" smtClean="0"/>
              <a:t>2023/8/8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00FAEF3-7E09-8511-A725-50FFC5554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7F3C4B7-324D-9562-0543-39C35DF14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15E0E-C7C5-004F-B26D-0DABD422A0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754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A88F8EE-DF0D-3548-7957-3181F8F90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5C454BE-C4E2-0E3F-81BD-FE6BA7D41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C473B3-04C4-57D8-397B-DF7F7260BC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9ACC3F-2DA4-F346-A612-626B14125718}" type="datetimeFigureOut">
              <a:rPr kumimoji="1" lang="ja-JP" altLang="en-US" smtClean="0"/>
              <a:t>2023/8/8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86831FA-B974-C711-ACC4-A375A9F9B6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B3E4A2A-BAF7-26C9-C27D-F48A5DE4E2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15E0E-C7C5-004F-B26D-0DABD422A0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3907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FE1488CA-ABFB-393C-F110-BB4EA0F0B1FC}"/>
              </a:ext>
            </a:extLst>
          </p:cNvPr>
          <p:cNvSpPr/>
          <p:nvPr/>
        </p:nvSpPr>
        <p:spPr>
          <a:xfrm>
            <a:off x="2465234" y="567930"/>
            <a:ext cx="83287" cy="88087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F8B91D74-E2B8-F28B-F95E-F07ECE7EE303}"/>
              </a:ext>
            </a:extLst>
          </p:cNvPr>
          <p:cNvSpPr/>
          <p:nvPr/>
        </p:nvSpPr>
        <p:spPr>
          <a:xfrm>
            <a:off x="2356806" y="619125"/>
            <a:ext cx="83287" cy="8363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355DC30E-5A4B-FD82-A526-B6E2621F04F8}"/>
              </a:ext>
            </a:extLst>
          </p:cNvPr>
          <p:cNvSpPr/>
          <p:nvPr/>
        </p:nvSpPr>
        <p:spPr>
          <a:xfrm>
            <a:off x="2572431" y="615804"/>
            <a:ext cx="83287" cy="8363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4E183DE6-C5AD-9991-07B6-97A89A71FF8D}"/>
              </a:ext>
            </a:extLst>
          </p:cNvPr>
          <p:cNvSpPr/>
          <p:nvPr/>
        </p:nvSpPr>
        <p:spPr>
          <a:xfrm>
            <a:off x="2676908" y="768351"/>
            <a:ext cx="83287" cy="68045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3415678A-6D61-DBDA-1C4D-36C3889E3C55}"/>
              </a:ext>
            </a:extLst>
          </p:cNvPr>
          <p:cNvSpPr/>
          <p:nvPr/>
        </p:nvSpPr>
        <p:spPr>
          <a:xfrm>
            <a:off x="2783431" y="1117611"/>
            <a:ext cx="83287" cy="3311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B02948C2-F928-BBBA-92BE-33AEC360C1E3}"/>
              </a:ext>
            </a:extLst>
          </p:cNvPr>
          <p:cNvSpPr/>
          <p:nvPr/>
        </p:nvSpPr>
        <p:spPr>
          <a:xfrm>
            <a:off x="2244902" y="679202"/>
            <a:ext cx="83287" cy="77292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DD3D2DF8-6B1B-E500-A8A0-581EA643E9AE}"/>
              </a:ext>
            </a:extLst>
          </p:cNvPr>
          <p:cNvSpPr/>
          <p:nvPr/>
        </p:nvSpPr>
        <p:spPr>
          <a:xfrm>
            <a:off x="2133071" y="791018"/>
            <a:ext cx="83287" cy="66111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576DD49E-0D11-5DE7-6451-CE0712B3C746}"/>
              </a:ext>
            </a:extLst>
          </p:cNvPr>
          <p:cNvSpPr/>
          <p:nvPr/>
        </p:nvSpPr>
        <p:spPr>
          <a:xfrm>
            <a:off x="2017150" y="904877"/>
            <a:ext cx="83287" cy="5414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31FE03D0-04F4-7401-A175-AD6DF23CB03D}"/>
              </a:ext>
            </a:extLst>
          </p:cNvPr>
          <p:cNvSpPr/>
          <p:nvPr/>
        </p:nvSpPr>
        <p:spPr>
          <a:xfrm>
            <a:off x="1898735" y="1095376"/>
            <a:ext cx="83287" cy="3509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B0C4EB01-02C4-937A-A46D-BF9766F868DE}"/>
              </a:ext>
            </a:extLst>
          </p:cNvPr>
          <p:cNvSpPr/>
          <p:nvPr/>
        </p:nvSpPr>
        <p:spPr>
          <a:xfrm>
            <a:off x="1777674" y="1257300"/>
            <a:ext cx="83287" cy="1912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EDB14764-A288-E3F5-5218-1E886241629E}"/>
              </a:ext>
            </a:extLst>
          </p:cNvPr>
          <p:cNvSpPr/>
          <p:nvPr/>
        </p:nvSpPr>
        <p:spPr>
          <a:xfrm>
            <a:off x="2935894" y="1451066"/>
            <a:ext cx="83287" cy="28565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BCA8CEAC-9DDC-ED8B-A339-F679DEE47664}"/>
              </a:ext>
            </a:extLst>
          </p:cNvPr>
          <p:cNvSpPr/>
          <p:nvPr/>
        </p:nvSpPr>
        <p:spPr>
          <a:xfrm>
            <a:off x="3042425" y="1444128"/>
            <a:ext cx="83287" cy="61009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87AAA429-E4A1-1731-61A2-D1590D33C8AC}"/>
              </a:ext>
            </a:extLst>
          </p:cNvPr>
          <p:cNvSpPr/>
          <p:nvPr/>
        </p:nvSpPr>
        <p:spPr>
          <a:xfrm>
            <a:off x="3151519" y="1444128"/>
            <a:ext cx="83287" cy="7624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093D50CB-EF2B-3A20-294E-3B5161FCCC8F}"/>
              </a:ext>
            </a:extLst>
          </p:cNvPr>
          <p:cNvSpPr/>
          <p:nvPr/>
        </p:nvSpPr>
        <p:spPr>
          <a:xfrm>
            <a:off x="3268057" y="1444128"/>
            <a:ext cx="83287" cy="78757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866E5756-8B16-F2D6-412B-A4753CE36D3F}"/>
              </a:ext>
            </a:extLst>
          </p:cNvPr>
          <p:cNvSpPr/>
          <p:nvPr/>
        </p:nvSpPr>
        <p:spPr>
          <a:xfrm>
            <a:off x="3381194" y="1452028"/>
            <a:ext cx="83287" cy="7545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1428C437-1FBE-2C57-ED27-65865809238B}"/>
              </a:ext>
            </a:extLst>
          </p:cNvPr>
          <p:cNvSpPr/>
          <p:nvPr/>
        </p:nvSpPr>
        <p:spPr>
          <a:xfrm>
            <a:off x="3496250" y="1458775"/>
            <a:ext cx="83287" cy="7225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8A46F926-B944-D91B-7E94-17F1D7B0FAAA}"/>
              </a:ext>
            </a:extLst>
          </p:cNvPr>
          <p:cNvSpPr/>
          <p:nvPr/>
        </p:nvSpPr>
        <p:spPr>
          <a:xfrm>
            <a:off x="3609590" y="1451066"/>
            <a:ext cx="83287" cy="62855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DFE155DB-7806-BA80-4E0F-B9D9BF3B2F93}"/>
              </a:ext>
            </a:extLst>
          </p:cNvPr>
          <p:cNvSpPr/>
          <p:nvPr/>
        </p:nvSpPr>
        <p:spPr>
          <a:xfrm>
            <a:off x="3722727" y="1451066"/>
            <a:ext cx="83287" cy="53965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6127A6F4-FFD7-11FE-05D7-8EF337219859}"/>
              </a:ext>
            </a:extLst>
          </p:cNvPr>
          <p:cNvSpPr/>
          <p:nvPr/>
        </p:nvSpPr>
        <p:spPr>
          <a:xfrm>
            <a:off x="3842837" y="1451066"/>
            <a:ext cx="83287" cy="40630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ADBD5DF7-DE2B-4050-1FB5-8E8B162C0A58}"/>
              </a:ext>
            </a:extLst>
          </p:cNvPr>
          <p:cNvSpPr/>
          <p:nvPr/>
        </p:nvSpPr>
        <p:spPr>
          <a:xfrm>
            <a:off x="3965919" y="1444128"/>
            <a:ext cx="83287" cy="2925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C11F5D6C-68C7-B35B-DE92-75E06397A382}"/>
              </a:ext>
            </a:extLst>
          </p:cNvPr>
          <p:cNvSpPr/>
          <p:nvPr/>
        </p:nvSpPr>
        <p:spPr>
          <a:xfrm>
            <a:off x="4092251" y="1444128"/>
            <a:ext cx="83287" cy="135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フリーフォーム 48">
            <a:extLst>
              <a:ext uri="{FF2B5EF4-FFF2-40B4-BE49-F238E27FC236}">
                <a16:creationId xmlns:a16="http://schemas.microsoft.com/office/drawing/2014/main" id="{9DF19E48-B2D6-712B-05D7-A5A84479E5EF}"/>
              </a:ext>
            </a:extLst>
          </p:cNvPr>
          <p:cNvSpPr/>
          <p:nvPr/>
        </p:nvSpPr>
        <p:spPr>
          <a:xfrm>
            <a:off x="1595626" y="571400"/>
            <a:ext cx="2681417" cy="1660301"/>
          </a:xfrm>
          <a:custGeom>
            <a:avLst/>
            <a:gdLst>
              <a:gd name="connsiteX0" fmla="*/ 0 w 1383957"/>
              <a:gd name="connsiteY0" fmla="*/ 687244 h 1099512"/>
              <a:gd name="connsiteX1" fmla="*/ 506627 w 1383957"/>
              <a:gd name="connsiteY1" fmla="*/ 7622 h 1099512"/>
              <a:gd name="connsiteX2" fmla="*/ 827903 w 1383957"/>
              <a:gd name="connsiteY2" fmla="*/ 1082660 h 1099512"/>
              <a:gd name="connsiteX3" fmla="*/ 1383957 w 1383957"/>
              <a:gd name="connsiteY3" fmla="*/ 563676 h 1099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3957" h="1099512">
                <a:moveTo>
                  <a:pt x="0" y="687244"/>
                </a:moveTo>
                <a:cubicBezTo>
                  <a:pt x="184321" y="314481"/>
                  <a:pt x="368643" y="-58281"/>
                  <a:pt x="506627" y="7622"/>
                </a:cubicBezTo>
                <a:cubicBezTo>
                  <a:pt x="644611" y="73525"/>
                  <a:pt x="681681" y="989984"/>
                  <a:pt x="827903" y="1082660"/>
                </a:cubicBezTo>
                <a:cubicBezTo>
                  <a:pt x="974125" y="1175336"/>
                  <a:pt x="1179041" y="869506"/>
                  <a:pt x="1383957" y="563676"/>
                </a:cubicBezTo>
              </a:path>
            </a:pathLst>
          </a:custGeom>
          <a:noFill/>
          <a:ln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4336D494-0E40-E770-24A5-D72EE5D93A53}"/>
              </a:ext>
            </a:extLst>
          </p:cNvPr>
          <p:cNvCxnSpPr/>
          <p:nvPr/>
        </p:nvCxnSpPr>
        <p:spPr>
          <a:xfrm>
            <a:off x="1449238" y="1455451"/>
            <a:ext cx="2984739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  <a:alpha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円/楕円 50">
            <a:extLst>
              <a:ext uri="{FF2B5EF4-FFF2-40B4-BE49-F238E27FC236}">
                <a16:creationId xmlns:a16="http://schemas.microsoft.com/office/drawing/2014/main" id="{7F466E56-7B84-75CF-CB53-4E5E532B4F7A}"/>
              </a:ext>
            </a:extLst>
          </p:cNvPr>
          <p:cNvSpPr>
            <a:spLocks noChangeAspect="1"/>
          </p:cNvSpPr>
          <p:nvPr/>
        </p:nvSpPr>
        <p:spPr>
          <a:xfrm>
            <a:off x="2595019" y="1596527"/>
            <a:ext cx="610098" cy="610098"/>
          </a:xfrm>
          <a:prstGeom prst="ellipse">
            <a:avLst/>
          </a:prstGeom>
          <a:solidFill>
            <a:srgbClr val="4C65B0">
              <a:alpha val="79875"/>
            </a:srgbClr>
          </a:solidFill>
          <a:ln>
            <a:solidFill>
              <a:srgbClr val="4C65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ja-JP" sz="3200" dirty="0"/>
              <a:t>∑</a:t>
            </a:r>
            <a:endParaRPr lang="ja-JP" altLang="en-US" sz="3200"/>
          </a:p>
        </p:txBody>
      </p:sp>
      <p:sp>
        <p:nvSpPr>
          <p:cNvPr id="53" name="円/楕円 52">
            <a:extLst>
              <a:ext uri="{FF2B5EF4-FFF2-40B4-BE49-F238E27FC236}">
                <a16:creationId xmlns:a16="http://schemas.microsoft.com/office/drawing/2014/main" id="{6F838A7C-8B64-0958-0725-B217D4B0645D}"/>
              </a:ext>
            </a:extLst>
          </p:cNvPr>
          <p:cNvSpPr>
            <a:spLocks noChangeAspect="1"/>
          </p:cNvSpPr>
          <p:nvPr/>
        </p:nvSpPr>
        <p:spPr>
          <a:xfrm>
            <a:off x="2153909" y="1110797"/>
            <a:ext cx="610098" cy="610098"/>
          </a:xfrm>
          <a:prstGeom prst="ellipse">
            <a:avLst/>
          </a:prstGeom>
          <a:solidFill>
            <a:srgbClr val="379944">
              <a:alpha val="80397"/>
            </a:srgbClr>
          </a:solidFill>
          <a:ln>
            <a:solidFill>
              <a:srgbClr val="3799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80000" rtlCol="0" anchor="ctr"/>
          <a:lstStyle/>
          <a:p>
            <a:pPr algn="ctr"/>
            <a:r>
              <a:rPr lang="en-US" altLang="ja-JP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endParaRPr lang="ja-JP" altLang="en-US" sz="36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円/楕円 55">
            <a:extLst>
              <a:ext uri="{FF2B5EF4-FFF2-40B4-BE49-F238E27FC236}">
                <a16:creationId xmlns:a16="http://schemas.microsoft.com/office/drawing/2014/main" id="{98C61858-2AB5-9410-6CE3-957F4D8C4D52}"/>
              </a:ext>
            </a:extLst>
          </p:cNvPr>
          <p:cNvSpPr>
            <a:spLocks noChangeAspect="1"/>
          </p:cNvSpPr>
          <p:nvPr/>
        </p:nvSpPr>
        <p:spPr>
          <a:xfrm>
            <a:off x="3037981" y="1108579"/>
            <a:ext cx="610277" cy="610277"/>
          </a:xfrm>
          <a:prstGeom prst="ellipse">
            <a:avLst/>
          </a:prstGeom>
          <a:solidFill>
            <a:srgbClr val="8B549C">
              <a:alpha val="80489"/>
            </a:srgbClr>
          </a:solidFill>
          <a:ln>
            <a:solidFill>
              <a:srgbClr val="8B54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ja-JP" sz="3200" dirty="0"/>
              <a:t>∂</a:t>
            </a:r>
            <a:endParaRPr lang="ja-JP" altLang="en-US" sz="3200"/>
          </a:p>
        </p:txBody>
      </p:sp>
      <p:sp>
        <p:nvSpPr>
          <p:cNvPr id="58" name="円/楕円 57">
            <a:extLst>
              <a:ext uri="{FF2B5EF4-FFF2-40B4-BE49-F238E27FC236}">
                <a16:creationId xmlns:a16="http://schemas.microsoft.com/office/drawing/2014/main" id="{2CC76F88-3DAD-5D8B-30CC-D0019451A37F}"/>
              </a:ext>
            </a:extLst>
          </p:cNvPr>
          <p:cNvSpPr>
            <a:spLocks noChangeAspect="1"/>
          </p:cNvSpPr>
          <p:nvPr/>
        </p:nvSpPr>
        <p:spPr>
          <a:xfrm>
            <a:off x="2595019" y="637399"/>
            <a:ext cx="610277" cy="610277"/>
          </a:xfrm>
          <a:prstGeom prst="ellipse">
            <a:avLst/>
          </a:prstGeom>
          <a:solidFill>
            <a:srgbClr val="CC3A2E">
              <a:alpha val="79859"/>
            </a:srgbClr>
          </a:solidFill>
          <a:ln>
            <a:solidFill>
              <a:srgbClr val="CC3A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/>
              <a:t>∬</a:t>
            </a:r>
          </a:p>
        </p:txBody>
      </p:sp>
    </p:spTree>
    <p:extLst>
      <p:ext uri="{BB962C8B-B14F-4D97-AF65-F5344CB8AC3E}">
        <p14:creationId xmlns:p14="http://schemas.microsoft.com/office/powerpoint/2010/main" val="4108144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</Words>
  <Application>Microsoft Macintosh PowerPoint</Application>
  <PresentationFormat>ワイド画面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 Light</vt:lpstr>
      <vt:lpstr>Arial</vt:lpstr>
      <vt:lpstr>Times New Roman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吉田 聡太</dc:creator>
  <cp:lastModifiedBy>吉田 聡太</cp:lastModifiedBy>
  <cp:revision>1</cp:revision>
  <dcterms:created xsi:type="dcterms:W3CDTF">2023-08-08T03:36:52Z</dcterms:created>
  <dcterms:modified xsi:type="dcterms:W3CDTF">2023-08-08T04:02:00Z</dcterms:modified>
</cp:coreProperties>
</file>